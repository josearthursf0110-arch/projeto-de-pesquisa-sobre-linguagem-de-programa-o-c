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nter Bold" charset="1" panose="02000503000000020004"/>
      <p:regular r:id="rId13"/>
    </p:embeddedFont>
    <p:embeddedFont>
      <p:font typeface="Inter Light" charset="1" panose="02000503000000020004"/>
      <p:regular r:id="rId14"/>
    </p:embeddedFont>
    <p:embeddedFont>
      <p:font typeface="Inter" charset="1" panose="0200050300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9318" y="-234820"/>
            <a:ext cx="6101629" cy="10756640"/>
          </a:xfrm>
          <a:custGeom>
            <a:avLst/>
            <a:gdLst/>
            <a:ahLst/>
            <a:cxnLst/>
            <a:rect r="r" b="b" t="t" l="l"/>
            <a:pathLst>
              <a:path h="10756640" w="6101629">
                <a:moveTo>
                  <a:pt x="0" y="0"/>
                </a:moveTo>
                <a:lnTo>
                  <a:pt x="6101629" y="0"/>
                </a:lnTo>
                <a:lnTo>
                  <a:pt x="6101629" y="10756640"/>
                </a:lnTo>
                <a:lnTo>
                  <a:pt x="0" y="10756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78452" y="2541280"/>
            <a:ext cx="11549882" cy="276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6"/>
              </a:lnSpc>
            </a:pPr>
            <a:r>
              <a:rPr lang="en-US" b="true" sz="8012" spc="-600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PROJETO DE PESQUISA SOBRE LINGUAGEM C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235226" y="1031453"/>
            <a:ext cx="948385" cy="1520723"/>
          </a:xfrm>
          <a:custGeom>
            <a:avLst/>
            <a:gdLst/>
            <a:ahLst/>
            <a:cxnLst/>
            <a:rect r="r" b="b" t="t" l="l"/>
            <a:pathLst>
              <a:path h="1520723" w="948385">
                <a:moveTo>
                  <a:pt x="0" y="0"/>
                </a:moveTo>
                <a:lnTo>
                  <a:pt x="948385" y="0"/>
                </a:lnTo>
                <a:lnTo>
                  <a:pt x="948385" y="1520723"/>
                </a:lnTo>
                <a:lnTo>
                  <a:pt x="0" y="1520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9" t="0" r="-10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02979" y="6182887"/>
            <a:ext cx="6213577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270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GRUPO</a:t>
            </a:r>
            <a:r>
              <a:rPr lang="en-US" sz="3600" spc="-270">
                <a:solidFill>
                  <a:srgbClr val="403E3E"/>
                </a:solidFill>
                <a:latin typeface="Inter Light"/>
                <a:ea typeface="Inter Light"/>
                <a:cs typeface="Inter Light"/>
                <a:sym typeface="Inter Light"/>
              </a:rPr>
              <a:t>: JOSÉ ARTHUR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39120" y="5103638"/>
            <a:ext cx="8788927" cy="9525"/>
            <a:chOff x="0" y="0"/>
            <a:chExt cx="11718569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8544" cy="12700"/>
            </a:xfrm>
            <a:custGeom>
              <a:avLst/>
              <a:gdLst/>
              <a:ahLst/>
              <a:cxnLst/>
              <a:rect r="r" b="b" t="t" l="l"/>
              <a:pathLst>
                <a:path h="12700" w="11718544">
                  <a:moveTo>
                    <a:pt x="0" y="0"/>
                  </a:moveTo>
                  <a:lnTo>
                    <a:pt x="11718544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7929273" r="0" b="-17929273"/>
              </a:stretch>
            </a:blipFill>
            <a:ln w="9525" cap="sq">
              <a:solidFill>
                <a:srgbClr val="000000"/>
              </a:solidFill>
              <a:prstDash val="sysDot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4977679" cy="10756640"/>
          </a:xfrm>
          <a:custGeom>
            <a:avLst/>
            <a:gdLst/>
            <a:ahLst/>
            <a:cxnLst/>
            <a:rect r="r" b="b" t="t" l="l"/>
            <a:pathLst>
              <a:path h="10756640" w="4977679">
                <a:moveTo>
                  <a:pt x="0" y="0"/>
                </a:moveTo>
                <a:lnTo>
                  <a:pt x="4977679" y="0"/>
                </a:lnTo>
                <a:lnTo>
                  <a:pt x="4977679" y="10756640"/>
                </a:lnTo>
                <a:lnTo>
                  <a:pt x="0" y="10756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18549" y="268338"/>
            <a:ext cx="948385" cy="1520723"/>
          </a:xfrm>
          <a:custGeom>
            <a:avLst/>
            <a:gdLst/>
            <a:ahLst/>
            <a:cxnLst/>
            <a:rect r="r" b="b" t="t" l="l"/>
            <a:pathLst>
              <a:path h="1520723" w="948385">
                <a:moveTo>
                  <a:pt x="0" y="0"/>
                </a:moveTo>
                <a:lnTo>
                  <a:pt x="948385" y="0"/>
                </a:lnTo>
                <a:lnTo>
                  <a:pt x="948385" y="1520724"/>
                </a:lnTo>
                <a:lnTo>
                  <a:pt x="0" y="1520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9" t="0" r="-10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2760" y="1615107"/>
            <a:ext cx="16082480" cy="612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7"/>
              </a:lnSpc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História da Linguagem C</a:t>
            </a:r>
          </a:p>
          <a:p>
            <a:pPr algn="l" marL="783957" indent="-261319" lvl="2">
              <a:lnSpc>
                <a:spcPts val="5967"/>
              </a:lnSpc>
              <a:buFont typeface="Arial"/>
              <a:buChar char="⚬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 linguagem C foi criada no início da década de 1970.</a:t>
            </a:r>
          </a:p>
          <a:p>
            <a:pPr algn="l" marL="783957" indent="-261319" lvl="2">
              <a:lnSpc>
                <a:spcPts val="5967"/>
              </a:lnSpc>
              <a:buFont typeface="Arial"/>
              <a:buChar char="⚬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Surgiu nos laboratórios da Bell Labs, nos Estados Unidos.</a:t>
            </a:r>
          </a:p>
          <a:p>
            <a:pPr algn="l" marL="783957" indent="-261319" lvl="2">
              <a:lnSpc>
                <a:spcPts val="5967"/>
              </a:lnSpc>
              <a:buFont typeface="Arial"/>
              <a:buChar char="⚬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Foi desenvolvida para melhorar a criação de sistemas operacionais e programas de baixo nível.</a:t>
            </a:r>
          </a:p>
          <a:p>
            <a:pPr algn="l" marL="783957" indent="-261319" lvl="2">
              <a:lnSpc>
                <a:spcPts val="5967"/>
              </a:lnSpc>
              <a:buFont typeface="Arial"/>
              <a:buChar char="⚬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 linguagem teve grande destaque após ser usada no desenvolvimento do sistema operacional Unix.</a:t>
            </a:r>
          </a:p>
          <a:p>
            <a:pPr algn="l" marL="783957" indent="-261319" lvl="2">
              <a:lnSpc>
                <a:spcPts val="2914"/>
              </a:lnSpc>
              <a:buFont typeface="Arial"/>
              <a:buChar char="⚬"/>
            </a:pPr>
          </a:p>
          <a:p>
            <a:pPr algn="l" marL="783957" indent="-261319" lvl="2">
              <a:lnSpc>
                <a:spcPts val="291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39120" y="5103638"/>
            <a:ext cx="8788927" cy="9525"/>
            <a:chOff x="0" y="0"/>
            <a:chExt cx="11718569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8544" cy="12700"/>
            </a:xfrm>
            <a:custGeom>
              <a:avLst/>
              <a:gdLst/>
              <a:ahLst/>
              <a:cxnLst/>
              <a:rect r="r" b="b" t="t" l="l"/>
              <a:pathLst>
                <a:path h="12700" w="11718544">
                  <a:moveTo>
                    <a:pt x="0" y="0"/>
                  </a:moveTo>
                  <a:lnTo>
                    <a:pt x="11718544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7929273" r="0" b="-17929273"/>
              </a:stretch>
            </a:blipFill>
            <a:ln w="9525" cap="sq">
              <a:solidFill>
                <a:srgbClr val="000000"/>
              </a:solidFill>
              <a:prstDash val="sysDot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4977679" cy="10756640"/>
          </a:xfrm>
          <a:custGeom>
            <a:avLst/>
            <a:gdLst/>
            <a:ahLst/>
            <a:cxnLst/>
            <a:rect r="r" b="b" t="t" l="l"/>
            <a:pathLst>
              <a:path h="10756640" w="4977679">
                <a:moveTo>
                  <a:pt x="0" y="0"/>
                </a:moveTo>
                <a:lnTo>
                  <a:pt x="4977679" y="0"/>
                </a:lnTo>
                <a:lnTo>
                  <a:pt x="4977679" y="10756640"/>
                </a:lnTo>
                <a:lnTo>
                  <a:pt x="0" y="10756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18549" y="268338"/>
            <a:ext cx="948385" cy="1520723"/>
          </a:xfrm>
          <a:custGeom>
            <a:avLst/>
            <a:gdLst/>
            <a:ahLst/>
            <a:cxnLst/>
            <a:rect r="r" b="b" t="t" l="l"/>
            <a:pathLst>
              <a:path h="1520723" w="948385">
                <a:moveTo>
                  <a:pt x="0" y="0"/>
                </a:moveTo>
                <a:lnTo>
                  <a:pt x="948385" y="0"/>
                </a:lnTo>
                <a:lnTo>
                  <a:pt x="948385" y="1520724"/>
                </a:lnTo>
                <a:lnTo>
                  <a:pt x="0" y="1520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9" t="0" r="-10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2760" y="1615107"/>
            <a:ext cx="16082480" cy="575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7"/>
              </a:lnSpc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Criadores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 linguagem C foi criada por Dennis Ritchie em 1972.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Seu objetivo era criar uma linguagem eficiente, rápida e próxima do hardware do computador.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desenvolvimento da linguagem teve influência do trabalho de Ken Thompson, especialmente no projeto do Unix.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Dennis</a:t>
            </a: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Ritchie é considerado um dos pioneiros da computação moderna.</a:t>
            </a:r>
          </a:p>
          <a:p>
            <a:pPr algn="l" marL="783957" indent="-261319" lvl="2">
              <a:lnSpc>
                <a:spcPts val="291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39120" y="5103638"/>
            <a:ext cx="8788927" cy="9525"/>
            <a:chOff x="0" y="0"/>
            <a:chExt cx="11718569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8544" cy="12700"/>
            </a:xfrm>
            <a:custGeom>
              <a:avLst/>
              <a:gdLst/>
              <a:ahLst/>
              <a:cxnLst/>
              <a:rect r="r" b="b" t="t" l="l"/>
              <a:pathLst>
                <a:path h="12700" w="11718544">
                  <a:moveTo>
                    <a:pt x="0" y="0"/>
                  </a:moveTo>
                  <a:lnTo>
                    <a:pt x="11718544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7929273" r="0" b="-17929273"/>
              </a:stretch>
            </a:blipFill>
            <a:ln w="9525" cap="sq">
              <a:solidFill>
                <a:srgbClr val="000000"/>
              </a:solidFill>
              <a:prstDash val="sysDot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4977679" cy="10756640"/>
          </a:xfrm>
          <a:custGeom>
            <a:avLst/>
            <a:gdLst/>
            <a:ahLst/>
            <a:cxnLst/>
            <a:rect r="r" b="b" t="t" l="l"/>
            <a:pathLst>
              <a:path h="10756640" w="4977679">
                <a:moveTo>
                  <a:pt x="0" y="0"/>
                </a:moveTo>
                <a:lnTo>
                  <a:pt x="4977679" y="0"/>
                </a:lnTo>
                <a:lnTo>
                  <a:pt x="4977679" y="10756640"/>
                </a:lnTo>
                <a:lnTo>
                  <a:pt x="0" y="10756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18549" y="268338"/>
            <a:ext cx="948385" cy="1520723"/>
          </a:xfrm>
          <a:custGeom>
            <a:avLst/>
            <a:gdLst/>
            <a:ahLst/>
            <a:cxnLst/>
            <a:rect r="r" b="b" t="t" l="l"/>
            <a:pathLst>
              <a:path h="1520723" w="948385">
                <a:moveTo>
                  <a:pt x="0" y="0"/>
                </a:moveTo>
                <a:lnTo>
                  <a:pt x="948385" y="0"/>
                </a:lnTo>
                <a:lnTo>
                  <a:pt x="948385" y="1520724"/>
                </a:lnTo>
                <a:lnTo>
                  <a:pt x="0" y="1520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9" t="0" r="-10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76820" y="1892513"/>
            <a:ext cx="16082480" cy="500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7"/>
              </a:lnSpc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Empresas que Utilizam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Microsoft – sistemas operacionais e softwares.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Apple – desenvolvimento de partes do sistema operacional.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Google – sistemas internos e ferramentas.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Intel – programação de hardware e processadores.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NASA – sistemas embarcados e aplicações críticas.</a:t>
            </a:r>
          </a:p>
          <a:p>
            <a:pPr algn="l" marL="783957" indent="-261319" lvl="2">
              <a:lnSpc>
                <a:spcPts val="291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39120" y="5103638"/>
            <a:ext cx="8788927" cy="9525"/>
            <a:chOff x="0" y="0"/>
            <a:chExt cx="11718569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8544" cy="12700"/>
            </a:xfrm>
            <a:custGeom>
              <a:avLst/>
              <a:gdLst/>
              <a:ahLst/>
              <a:cxnLst/>
              <a:rect r="r" b="b" t="t" l="l"/>
              <a:pathLst>
                <a:path h="12700" w="11718544">
                  <a:moveTo>
                    <a:pt x="0" y="0"/>
                  </a:moveTo>
                  <a:lnTo>
                    <a:pt x="11718544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7929273" r="0" b="-17929273"/>
              </a:stretch>
            </a:blipFill>
            <a:ln w="9525" cap="sq">
              <a:solidFill>
                <a:srgbClr val="000000"/>
              </a:solidFill>
              <a:prstDash val="sysDot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4977679" cy="10756640"/>
          </a:xfrm>
          <a:custGeom>
            <a:avLst/>
            <a:gdLst/>
            <a:ahLst/>
            <a:cxnLst/>
            <a:rect r="r" b="b" t="t" l="l"/>
            <a:pathLst>
              <a:path h="10756640" w="4977679">
                <a:moveTo>
                  <a:pt x="0" y="0"/>
                </a:moveTo>
                <a:lnTo>
                  <a:pt x="4977679" y="0"/>
                </a:lnTo>
                <a:lnTo>
                  <a:pt x="4977679" y="10756640"/>
                </a:lnTo>
                <a:lnTo>
                  <a:pt x="0" y="10756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18549" y="268338"/>
            <a:ext cx="948385" cy="1520723"/>
          </a:xfrm>
          <a:custGeom>
            <a:avLst/>
            <a:gdLst/>
            <a:ahLst/>
            <a:cxnLst/>
            <a:rect r="r" b="b" t="t" l="l"/>
            <a:pathLst>
              <a:path h="1520723" w="948385">
                <a:moveTo>
                  <a:pt x="0" y="0"/>
                </a:moveTo>
                <a:lnTo>
                  <a:pt x="948385" y="0"/>
                </a:lnTo>
                <a:lnTo>
                  <a:pt x="948385" y="1520724"/>
                </a:lnTo>
                <a:lnTo>
                  <a:pt x="0" y="1520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9" t="0" r="-10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2760" y="1615107"/>
            <a:ext cx="16082480" cy="500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7"/>
              </a:lnSpc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Curiosidades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 linguagem C é chamada de “mãe” de várias linguagens, como C++, C# e Java.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uitos sistemas operacionais foram escritos total ou parcialmente em C.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É muit</a:t>
            </a: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 usada em programação de sistemas embarcados, jogos e sistemas operacionais.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esmo sendo antiga, continua sendo uma das linguagens mais ensinadas em universidades.</a:t>
            </a:r>
          </a:p>
          <a:p>
            <a:pPr algn="l" marL="783957" indent="-261319" lvl="2">
              <a:lnSpc>
                <a:spcPts val="2914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39120" y="5103638"/>
            <a:ext cx="8788927" cy="9525"/>
            <a:chOff x="0" y="0"/>
            <a:chExt cx="11718569" cy="12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18544" cy="12700"/>
            </a:xfrm>
            <a:custGeom>
              <a:avLst/>
              <a:gdLst/>
              <a:ahLst/>
              <a:cxnLst/>
              <a:rect r="r" b="b" t="t" l="l"/>
              <a:pathLst>
                <a:path h="12700" w="11718544">
                  <a:moveTo>
                    <a:pt x="0" y="0"/>
                  </a:moveTo>
                  <a:lnTo>
                    <a:pt x="11718544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17929273" r="0" b="-17929273"/>
              </a:stretch>
            </a:blipFill>
            <a:ln w="9525" cap="sq">
              <a:solidFill>
                <a:srgbClr val="000000"/>
              </a:solidFill>
              <a:prstDash val="sysDot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0"/>
            <a:ext cx="4977679" cy="10756640"/>
          </a:xfrm>
          <a:custGeom>
            <a:avLst/>
            <a:gdLst/>
            <a:ahLst/>
            <a:cxnLst/>
            <a:rect r="r" b="b" t="t" l="l"/>
            <a:pathLst>
              <a:path h="10756640" w="4977679">
                <a:moveTo>
                  <a:pt x="0" y="0"/>
                </a:moveTo>
                <a:lnTo>
                  <a:pt x="4977679" y="0"/>
                </a:lnTo>
                <a:lnTo>
                  <a:pt x="4977679" y="10756640"/>
                </a:lnTo>
                <a:lnTo>
                  <a:pt x="0" y="10756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18549" y="268338"/>
            <a:ext cx="948385" cy="1520723"/>
          </a:xfrm>
          <a:custGeom>
            <a:avLst/>
            <a:gdLst/>
            <a:ahLst/>
            <a:cxnLst/>
            <a:rect r="r" b="b" t="t" l="l"/>
            <a:pathLst>
              <a:path h="1520723" w="948385">
                <a:moveTo>
                  <a:pt x="0" y="0"/>
                </a:moveTo>
                <a:lnTo>
                  <a:pt x="948385" y="0"/>
                </a:lnTo>
                <a:lnTo>
                  <a:pt x="948385" y="1520724"/>
                </a:lnTo>
                <a:lnTo>
                  <a:pt x="0" y="1520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9" t="0" r="-10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2760" y="1615107"/>
            <a:ext cx="16082480" cy="651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67"/>
              </a:lnSpc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Conclusão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 linguagem C teve grande importância para a evolução da computação.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Se</a:t>
            </a: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u desempenho, velocidade e eficiência fazem com que ainda seja</a:t>
            </a: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 muit</a:t>
            </a: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o utilizada atualmente.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Além disso, serviu de base para diversas linguagens modernas, mostrando sua relevância até os dias de hoje.</a:t>
            </a:r>
          </a:p>
          <a:p>
            <a:pPr algn="l" marL="740404" indent="-370202" lvl="1">
              <a:lnSpc>
                <a:spcPts val="5967"/>
              </a:lnSpc>
              <a:buFont typeface="Arial"/>
              <a:buChar char="•"/>
            </a:pPr>
            <a:r>
              <a:rPr lang="en-US" sz="3429" spc="-257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Aprender C ajuda a entender melhor o funcionamento da programação e dos computadores.</a:t>
            </a:r>
          </a:p>
          <a:p>
            <a:pPr algn="l" marL="783957" indent="-261319" lvl="2">
              <a:lnSpc>
                <a:spcPts val="291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9318" y="-234820"/>
            <a:ext cx="6126032" cy="10756640"/>
          </a:xfrm>
          <a:custGeom>
            <a:avLst/>
            <a:gdLst/>
            <a:ahLst/>
            <a:cxnLst/>
            <a:rect r="r" b="b" t="t" l="l"/>
            <a:pathLst>
              <a:path h="10756640" w="6126032">
                <a:moveTo>
                  <a:pt x="0" y="0"/>
                </a:moveTo>
                <a:lnTo>
                  <a:pt x="6126032" y="0"/>
                </a:lnTo>
                <a:lnTo>
                  <a:pt x="6126032" y="10756640"/>
                </a:lnTo>
                <a:lnTo>
                  <a:pt x="0" y="10756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05975" y="8665502"/>
            <a:ext cx="7553325" cy="7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3"/>
              </a:lnSpc>
            </a:pPr>
            <a:r>
              <a:rPr lang="en-US" b="true" sz="8499" spc="-637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FIM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235226" y="1031453"/>
            <a:ext cx="948385" cy="1520723"/>
          </a:xfrm>
          <a:custGeom>
            <a:avLst/>
            <a:gdLst/>
            <a:ahLst/>
            <a:cxnLst/>
            <a:rect r="r" b="b" t="t" l="l"/>
            <a:pathLst>
              <a:path h="1520723" w="948385">
                <a:moveTo>
                  <a:pt x="0" y="0"/>
                </a:moveTo>
                <a:lnTo>
                  <a:pt x="948385" y="0"/>
                </a:lnTo>
                <a:lnTo>
                  <a:pt x="948385" y="1520723"/>
                </a:lnTo>
                <a:lnTo>
                  <a:pt x="0" y="1520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9" t="0" r="-108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43075" y="5202241"/>
            <a:ext cx="7553325" cy="7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23"/>
              </a:lnSpc>
            </a:pPr>
            <a:r>
              <a:rPr lang="en-US" b="true" sz="8499" spc="-637">
                <a:solidFill>
                  <a:srgbClr val="403E3E"/>
                </a:solidFill>
                <a:latin typeface="Inter Bold"/>
                <a:ea typeface="Inter Bold"/>
                <a:cs typeface="Inter Bold"/>
                <a:sym typeface="Inter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DAHK5U3VIVI</dc:identifier>
  <dcterms:modified xsi:type="dcterms:W3CDTF">2011-08-01T06:04:30Z</dcterms:modified>
  <cp:revision>1</cp:revision>
  <dc:title>Projetodepesquisasobrelinguagemc</dc:title>
</cp:coreProperties>
</file>